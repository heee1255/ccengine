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56940c00b34c1d" /><Relationship Type="http://schemas.openxmlformats.org/officeDocument/2006/relationships/extended-properties" Target="/docProps/app.xml" Id="R0c3c16b1c1944918" /><Relationship Type="http://schemas.openxmlformats.org/officeDocument/2006/relationships/officeDocument" Target="/ppt/presentation.xml" Id="Rcaba6dcdc76343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f3aaac6c794c13"/>
  </p:sldMasterIdLst>
  <p:notesMasterIdLst>
    <p:notesMasterId xmlns:r="http://schemas.openxmlformats.org/officeDocument/2006/relationships" r:id="R5604ecd3971644ea"/>
  </p:notesMasterIdLst>
  <p:sldIdLst>
    <p:sldId xmlns:r="http://schemas.openxmlformats.org/officeDocument/2006/relationships" id="256" r:id="R59af414fc06e4fcd"/>
    <p:sldId xmlns:r="http://schemas.openxmlformats.org/officeDocument/2006/relationships" id="257" r:id="R0a447c3ec6db4259"/>
    <p:sldId xmlns:r="http://schemas.openxmlformats.org/officeDocument/2006/relationships" id="258" r:id="Rea80e5c6fe7e495e"/>
    <p:sldId xmlns:r="http://schemas.openxmlformats.org/officeDocument/2006/relationships" id="259" r:id="R18dbe477702b49a9"/>
    <p:sldId xmlns:r="http://schemas.openxmlformats.org/officeDocument/2006/relationships" id="260" r:id="R7d56fc1aa5af4b67"/>
    <p:sldId xmlns:r="http://schemas.openxmlformats.org/officeDocument/2006/relationships" id="261" r:id="R44b799f7a27340ef"/>
    <p:sldId xmlns:r="http://schemas.openxmlformats.org/officeDocument/2006/relationships" id="262" r:id="R8466a2544930455c"/>
    <p:sldId xmlns:r="http://schemas.openxmlformats.org/officeDocument/2006/relationships" id="263" r:id="R730c87e61d3445c9"/>
    <p:sldId xmlns:r="http://schemas.openxmlformats.org/officeDocument/2006/relationships" id="264" r:id="R0c961954277c4c7d"/>
    <p:sldId xmlns:r="http://schemas.openxmlformats.org/officeDocument/2006/relationships" id="265" r:id="Rce4565b4788e4562"/>
    <p:sldId xmlns:r="http://schemas.openxmlformats.org/officeDocument/2006/relationships" id="266" r:id="R64b258c9868a4289"/>
    <p:sldId xmlns:r="http://schemas.openxmlformats.org/officeDocument/2006/relationships" id="267" r:id="R8f4733b018a74eb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b3240ed7744e78" /><Relationship Type="http://schemas.openxmlformats.org/officeDocument/2006/relationships/slideMaster" Target="/ppt/slideMasters/slideMaster1.xml" Id="R0ff3aaac6c794c13" /><Relationship Type="http://schemas.openxmlformats.org/officeDocument/2006/relationships/notesMaster" Target="/ppt/notesMasters/notesMaster1.xml" Id="R5604ecd3971644ea" /><Relationship Type="http://schemas.openxmlformats.org/officeDocument/2006/relationships/presProps" Target="/ppt/presProps.xml" Id="Re82ff6efb80b4622" /><Relationship Type="http://schemas.openxmlformats.org/officeDocument/2006/relationships/tableStyles" Target="/ppt/tableStyles.xml" Id="R4b70d3d3cc8449bf" /><Relationship Type="http://schemas.openxmlformats.org/officeDocument/2006/relationships/slide" Target="/ppt/slides/slide1.xml" Id="R59af414fc06e4fcd" /><Relationship Type="http://schemas.openxmlformats.org/officeDocument/2006/relationships/slide" Target="/ppt/slides/slide2.xml" Id="R0a447c3ec6db4259" /><Relationship Type="http://schemas.openxmlformats.org/officeDocument/2006/relationships/slide" Target="/ppt/slides/slide3.xml" Id="Rea80e5c6fe7e495e" /><Relationship Type="http://schemas.openxmlformats.org/officeDocument/2006/relationships/slide" Target="/ppt/slides/slide4.xml" Id="R18dbe477702b49a9" /><Relationship Type="http://schemas.openxmlformats.org/officeDocument/2006/relationships/slide" Target="/ppt/slides/slide5.xml" Id="R7d56fc1aa5af4b67" /><Relationship Type="http://schemas.openxmlformats.org/officeDocument/2006/relationships/slide" Target="/ppt/slides/slide6.xml" Id="R44b799f7a27340ef" /><Relationship Type="http://schemas.openxmlformats.org/officeDocument/2006/relationships/slide" Target="/ppt/slides/slide7.xml" Id="R8466a2544930455c" /><Relationship Type="http://schemas.openxmlformats.org/officeDocument/2006/relationships/slide" Target="/ppt/slides/slide8.xml" Id="R730c87e61d3445c9" /><Relationship Type="http://schemas.openxmlformats.org/officeDocument/2006/relationships/slide" Target="/ppt/slides/slide9.xml" Id="R0c961954277c4c7d" /><Relationship Type="http://schemas.openxmlformats.org/officeDocument/2006/relationships/slide" Target="/ppt/slides/slide10.xml" Id="Rce4565b4788e4562" /><Relationship Type="http://schemas.openxmlformats.org/officeDocument/2006/relationships/slide" Target="/ppt/slides/slide11.xml" Id="R64b258c9868a4289" /><Relationship Type="http://schemas.openxmlformats.org/officeDocument/2006/relationships/slide" Target="/ppt/slides/slide12.xml" Id="R8f4733b018a74e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2f6d5e54e944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c95f9826b346fd" /><Relationship Type="http://schemas.openxmlformats.org/officeDocument/2006/relationships/notesMaster" Target="/ppt/notesMasters/notesMaster1.xml" Id="Rcccdfe124f1945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519c43c095428b" /><Relationship Type="http://schemas.openxmlformats.org/officeDocument/2006/relationships/notesMaster" Target="/ppt/notesMasters/notesMaster1.xml" Id="R60ca90b8d8c345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a3045f2d4c4039" /><Relationship Type="http://schemas.openxmlformats.org/officeDocument/2006/relationships/notesMaster" Target="/ppt/notesMasters/notesMaster1.xml" Id="R69ee8d9b649b4a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17650474fe4b51" /><Relationship Type="http://schemas.openxmlformats.org/officeDocument/2006/relationships/notesMaster" Target="/ppt/notesMasters/notesMaster1.xml" Id="R633e4f3089c040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50761853e04f4e" /><Relationship Type="http://schemas.openxmlformats.org/officeDocument/2006/relationships/notesMaster" Target="/ppt/notesMasters/notesMaster1.xml" Id="Rcf905bdd3faa4e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dd4e37f7fb450e" /><Relationship Type="http://schemas.openxmlformats.org/officeDocument/2006/relationships/notesMaster" Target="/ppt/notesMasters/notesMaster1.xml" Id="Rd44a9d8d43ad43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976e3c586c4114" /><Relationship Type="http://schemas.openxmlformats.org/officeDocument/2006/relationships/notesMaster" Target="/ppt/notesMasters/notesMaster1.xml" Id="Rd2af2731921042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995389faab40a3" /><Relationship Type="http://schemas.openxmlformats.org/officeDocument/2006/relationships/notesMaster" Target="/ppt/notesMasters/notesMaster1.xml" Id="Rd93a357b42a443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4761a4816f430a" /><Relationship Type="http://schemas.openxmlformats.org/officeDocument/2006/relationships/notesMaster" Target="/ppt/notesMasters/notesMaster1.xml" Id="Rc8b6ebc7e26a4e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cb10517b0b4fe6" /><Relationship Type="http://schemas.openxmlformats.org/officeDocument/2006/relationships/notesMaster" Target="/ppt/notesMasters/notesMaster1.xml" Id="Rf8b79a09d1964f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c53e6e64ab4f1d" /><Relationship Type="http://schemas.openxmlformats.org/officeDocument/2006/relationships/notesMaster" Target="/ppt/notesMasters/notesMaster1.xml" Id="R7c0f358cb9b543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11282f03b74821" /><Relationship Type="http://schemas.openxmlformats.org/officeDocument/2006/relationships/notesMaster" Target="/ppt/notesMasters/notesMaster1.xml" Id="R5746e5c1e87546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5ef957bc245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320665d14e4f0e" /><Relationship Type="http://schemas.openxmlformats.org/officeDocument/2006/relationships/slideLayout" Target="/ppt/slideLayouts/slideLayout1.xml" Id="R5cd30567b7cf4c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d30567b7cf4c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a1bd8be764de4" /><Relationship Type="http://schemas.openxmlformats.org/officeDocument/2006/relationships/notesSlide" Target="/ppt/notesSlides/notesSlide1.xml" Id="Rb62d27c7da8845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2ae351a1e4e8d" /><Relationship Type="http://schemas.openxmlformats.org/officeDocument/2006/relationships/notesSlide" Target="/ppt/notesSlides/notesSlide2.xml" Id="R9dac547e91b740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7897897c7410e" /><Relationship Type="http://schemas.openxmlformats.org/officeDocument/2006/relationships/notesSlide" Target="/ppt/notesSlides/notesSlide3.xml" Id="R386bf02d758a40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2b0452e164115" /><Relationship Type="http://schemas.openxmlformats.org/officeDocument/2006/relationships/notesSlide" Target="/ppt/notesSlides/notesSlide4.xml" Id="Rafd9a50e8e6d43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7289133484ced" /><Relationship Type="http://schemas.openxmlformats.org/officeDocument/2006/relationships/notesSlide" Target="/ppt/notesSlides/notesSlide5.xml" Id="R02c3d87b328e45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42b96ea0f46e8" /><Relationship Type="http://schemas.openxmlformats.org/officeDocument/2006/relationships/notesSlide" Target="/ppt/notesSlides/notesSlide6.xml" Id="Ra76f7b38595640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e639ccf694111" /><Relationship Type="http://schemas.openxmlformats.org/officeDocument/2006/relationships/notesSlide" Target="/ppt/notesSlides/notesSlide7.xml" Id="R60ef588aea494e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a3b43e15f4de1" /><Relationship Type="http://schemas.openxmlformats.org/officeDocument/2006/relationships/notesSlide" Target="/ppt/notesSlides/notesSlide8.xml" Id="R6615bf88cf2944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0f5f61ace429f" /><Relationship Type="http://schemas.openxmlformats.org/officeDocument/2006/relationships/notesSlide" Target="/ppt/notesSlides/notesSlide9.xml" Id="Rf6e0428ab9fe40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2d6530aa74c81" /><Relationship Type="http://schemas.openxmlformats.org/officeDocument/2006/relationships/notesSlide" Target="/ppt/notesSlides/notesSlide10.xml" Id="Red3d10fa098a4c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6390df1064086" /><Relationship Type="http://schemas.openxmlformats.org/officeDocument/2006/relationships/notesSlide" Target="/ppt/notesSlides/notesSlide11.xml" Id="Rb97fc4799b0945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5906b1a9e47ce" /><Relationship Type="http://schemas.openxmlformats.org/officeDocument/2006/relationships/notesSlide" Target="/ppt/notesSlides/notesSlide12.xml" Id="R215d0938fc974e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F1BF0C-F15F-4BFE-BA9A-9FE27C20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68C8D-028F-4676-8256-29818C71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C# 스크립트</a:t>
            </a:r>
          </a:p>
          <a:p xmlns:a="http://schemas.openxmlformats.org/drawingml/2006/main">
            <a:pPr algn="l">
              <a:defRPr sz="4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작성 가이드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9F8D6-79B6-4EE6-88C9-CDD79BB6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71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엔진에서 스크립트를 만들고, 컴포넌트로 붙이고, 인스펙터 필드까지 노출하는 기본 사용법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7C6FA-73FE-4525-9A72-3340A962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28700"/>
            <a:ext cx="34290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8B472-DCCC-475F-9EB3-46BE4924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47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Guide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39EFE-1C78-4D4F-9E02-5C80EDF4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238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스크립트 파일 위치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GameScript 생명주기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public field와 인스펙터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자동 컴파일과 테스트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문제 해결 체크리스트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57A88-1BF8-4D8C-A3FB-7065FC27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48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5A5A5A"/>
                </a:solidFill>
                <a:latin typeface="Consolas"/>
                <a:ea typeface="Consolas"/>
                <a:cs typeface="Consolas"/>
              </a:rPr>
              <a:t>D:\CCEngine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6B475-35E6-42E5-A169-39181602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01</a:t>
            </a:r>
          </a:p>
        </p:txBody>
      </p:sp>
    </p:spTree>
    <p:extLst>
      <p:ext uri="{BB962C8B-B14F-4D97-AF65-F5344CB8AC3E}">
        <p14:creationId xmlns:p14="http://schemas.microsoft.com/office/powerpoint/2010/main" val="8067098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EAA781-4C1A-4566-BC1D-1E3C0A4C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14473-4A5E-4C6B-B6E5-9646298F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처음 배울 때는 파일 흐름부터 잡으면 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9DEE8-BFDC-40EF-9A25-2A84CF85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A8C74-06F8-42D6-B254-BB994EF0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B1630-33EA-4649-AC4E-F6E4FC4C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71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작성 위치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9045B-08F7-4D63-A0B3-D84AF7E3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Scripts/Game 아래에 게임 스크립트를 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D4105-FF9C-464D-AAD1-8910715C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15825-E855-4C04-A6C0-5723B782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E0200-6BB5-408D-BB20-889130D7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19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기본 구조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31644-E835-4948-879D-FAA09CC3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GameScript를 상속하고 OnCreate, OnUpdate, OnDestroy를 사용한다.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634E0-F10A-441F-8BEE-B5D2FC85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4E995-697A-4FB3-ACD4-58AD0A21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DA69A-E39D-4B51-AA33-E95DEFEB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67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컴포넌트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FFDCF-0B92-4309-BEDA-A2DEDB4D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Add Component에서 기존 스크립트 또는 새 스크립트를 선택한다.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48446-8D1F-4979-8D64-FD0FBF10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2CE4F-22E7-41FA-B40D-EB1F8F79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5E82D-0EE2-4208-B883-5ABB464B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인스펙터 노출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34727-56D9-42E7-8729-A82D02A2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public field와 속성으로 입력 UI를 결정한다.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E49F2-AF86-413B-AD55-474717B1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261D90-E196-41D4-B396-A0707AC5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022E3B-2C2B-4F21-84B2-1E3C3C57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테스트와 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539BFC-FFDD-4172-A53B-6EDF96AA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005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Play, 자동 컴파일, 씬/프리팹 저장을 확인한다.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6BFD65-4483-422D-B2BE-A03F013C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B5DD29-E816-4A66-BA72-8FE8A79F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91B65-866B-4D64-B1DE-5910BEAE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0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문제 해결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3A182C-37AF-4E08-B768-098309AC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누락, 컴파일 실패, 필드 미반영을 순서대로 확인한다.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2EFC31-BD13-43DB-9DCC-7BF695F1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429EF1-689E-45BC-9CEF-29FEE529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02</a:t>
            </a:r>
          </a:p>
        </p:txBody>
      </p:sp>
    </p:spTree>
    <p:extLst>
      <p:ext uri="{BB962C8B-B14F-4D97-AF65-F5344CB8AC3E}">
        <p14:creationId xmlns:p14="http://schemas.microsoft.com/office/powerpoint/2010/main" val="18390590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0FEFF8-014E-475E-8A6C-916DC2F8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3E3FA-F999-4B88-A2C2-99477713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스크립트는 C# 파일에서 DLL과 manifest로 변환된다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98D31-E80D-45BD-B391-488D84DF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8F384-EB37-467A-B3C2-05AE5313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428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A796B-121D-4CE3-89A0-628B4CAB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E801B-8C88-457C-B82D-469A3570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28850"/>
            <a:ext cx="1514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C# 소스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BD009-19DA-45A6-B635-ADB1A460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47950"/>
            <a:ext cx="1514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assets/Scripts/Game/*.cs에 게임 로직을 작성한다.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90F68-7BE6-4BF8-A21A-39F8E959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428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9077D-4D33-4D58-A34E-F526906E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9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8125F-C61E-438D-ADAE-5ACBECFB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1514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BuildScripts.ps1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4F5C8-1D31-4852-910B-C2480C8E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47950"/>
            <a:ext cx="1514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ScriptCore와 GameScripts.dll을 컴파일하고 manifest를 만든다.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CA902-10BF-4B48-9CD8-1B16DD7E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38350"/>
            <a:ext cx="2428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1F44C8-2729-4A13-A6A7-0C979FBE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D555C-06E3-47FD-93FD-261F7BE9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28850"/>
            <a:ext cx="1514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ScriptMetadata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4F1EE-7464-44B4-9991-B707DF2C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514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manifest를 읽어 Add Component 목록과 public field 목록을 구성한다.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6D11B-6B49-4291-A0D6-506ED646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38350"/>
            <a:ext cx="2428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F5081-A542-4421-ABE9-254F4068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87ABC-D696-407F-9310-EC0A597B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28850"/>
            <a:ext cx="1514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ScriptEngine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98FB8-33E3-466F-AAFF-9DE5C0CD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47950"/>
            <a:ext cx="1514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Play 중 C# 인스턴스를 만들고 OnUpdate를 호출한다.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253F45-5973-41AC-9784-A7D1627C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자동 감지는 .cs 변경을 발견하면 짧게 기다린 뒤 재컴파일하고, 성공하면 인스펙터를 다시 만든다.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52D04-3B0F-4D5D-9AB5-933C88BA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71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manifest는 실제 컴파일된 DLL을 읽어서 만든다. 소스 파싱 결과와 어긋나지 않는다.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인스펙터는 manifest의 ClassName, Field, Editor 정보를 기준으로 UI를 만든다.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Play 중 실행되는 값은 ScriptComponent의 FieldOverrides가 C# 인스턴스에 적용된 결과다.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E1024D-1FC5-4808-8D9B-AAFDCC36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03</a:t>
            </a:r>
          </a:p>
        </p:txBody>
      </p:sp>
    </p:spTree>
    <p:extLst>
      <p:ext uri="{BB962C8B-B14F-4D97-AF65-F5344CB8AC3E}">
        <p14:creationId xmlns:p14="http://schemas.microsoft.com/office/powerpoint/2010/main" val="20365133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7E78A6-65C5-4360-A214-90BE3C7B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파일 구조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AC1C7-217C-4B8E-B6B1-8D7FB2E6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게임 스크립트는 Game 폴더에 두는 것이 기본 규칙이다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6B4C9-2C7F-4D46-BC4E-30D83A6E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281AB-7236-47DC-B5C1-B2E1D397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8768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91F"/>
          </a:solidFill>
          <a:ln xmlns:a="http://schemas.openxmlformats.org/drawingml/2006/main" w="9525">
            <a:solidFill>
              <a:srgbClr val="2B31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1A528-C6A4-4AC6-AC85-1D390CC0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44577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Sandbox/assets/Scripts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├─ ScriptCore/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│  └─ ScriptCore.cs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├─ Game/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│  ├─ CubeMove.cs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│  └─ MyNewScript.cs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├─ Build/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│  ├─ CCEngine.ScriptCore.dll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│  ├─ GameScripts.dll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│  └─ GameScripts.manifest.json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└─ BuildScripts.ps1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73E2F-E08F-4803-B6F6-737C2FCB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작성 규칙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C08BA-EB7C-47AA-916C-53DD5DB3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직접 작성하는 스크립트는 Game 폴더에 둔다.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클래스는 public 또는 public sealed class로 선언한다.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반드시 CCEngine.GameScript를 상속한다.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namespace Game을 쓰면 Add Component에서 Game.ClassName으로 잡힌다.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ScriptCore는 엔진 API 영역이므로 일반 게임 로직을 넣지 않는다.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50203-60F3-45B0-A796-10006460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ECEC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73744-25DB-476A-A51B-9C8E02C8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00625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권장: Game.PlayerMove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F8798-A1F5-4A97-897B-0AFE2C86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33950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2D8"/>
          </a:solidFill>
          <a:ln xmlns:a="http://schemas.openxmlformats.org/drawingml/2006/main" w="9525">
            <a:solidFill>
              <a:srgbClr val="F1E2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92B1B-5EA7-4D9B-B2A0-29D21E57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00625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86B2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86B2C"/>
                </a:solidFill>
                <a:latin typeface="Malgun Gothic"/>
                <a:ea typeface="Malgun Gothic"/>
                <a:cs typeface="Malgun Gothic"/>
              </a:rPr>
              <a:t>비권장: ScriptCore에 게임 코드 추가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64084-9CEA-4B45-A4D2-0BE4BED8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04</a:t>
            </a:r>
          </a:p>
        </p:txBody>
      </p:sp>
    </p:spTree>
    <p:extLst>
      <p:ext uri="{BB962C8B-B14F-4D97-AF65-F5344CB8AC3E}">
        <p14:creationId xmlns:p14="http://schemas.microsoft.com/office/powerpoint/2010/main" val="20104915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DCDDB8-CECE-4AC3-AFFD-9E3E7584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작성 시작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C28FE-9008-48DC-8A36-B8F6E960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새 스크립트는 Add Component에서 만들거나 파일로 직접 추가한다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EA0CA-14F8-4208-BC90-05B50276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E0766-F804-4FB6-AE1F-135F9C6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75ECA-8B3A-4F2B-98F5-E8270891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098A6-62C3-4360-855E-4B31E47D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오브젝트 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419A0-C4A7-4B9F-8DDE-EFFB3F8D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52700"/>
            <a:ext cx="2324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하이어라키에서 스크립트를 붙일 게임 오브젝트를 선택한다.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2FC32-9478-4148-9F08-AD8D56D5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EB69D-86C2-4904-A0F2-A9026357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14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94D15-ED15-42F3-B1A5-8286A260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336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Add 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D3EFD-BFDA-461D-8655-E96C4D41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2324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Inspector의 Add Component에서 New C# Script를 선택하거나 기존 스크립트를 고른다.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E3275-0C2E-4FFF-8687-889DEE41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3238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C0293-CB87-49AA-ACBA-D51CBB34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5244F-0B4E-4309-B7D3-2EDA78AA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336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자동 컴파일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C1C18-BDB8-46E6-A93C-A2DFD36F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2324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파일 저장 후 콘솔의 컴파일 성공 로그와 인스펙터 필드 갱신을 확인한다.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01426-A30E-4C5A-BB8A-D02789E6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9925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ABF62-386C-4F91-9607-92799485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05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상용 엔진식 사용 흐름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0BF5F4-A224-41CB-89FC-BD00B70A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6725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에디터에서 스크립트 생성 → 템플릿 코드 작성 → 저장 → 자동 빌드 → Add Component 목록과 인스펙터 필드 갱신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95B3B-2204-49F6-BDC1-E8667049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578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이미 존재하는 스크립트는 Add Component 목록에서 검색하거나 페이지 이동으로 선택한다.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4962D-92D5-4798-AFBE-C3B8B2E9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05</a:t>
            </a:r>
          </a:p>
        </p:txBody>
      </p:sp>
    </p:spTree>
    <p:extLst>
      <p:ext uri="{BB962C8B-B14F-4D97-AF65-F5344CB8AC3E}">
        <p14:creationId xmlns:p14="http://schemas.microsoft.com/office/powerpoint/2010/main" val="17459744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33BC98-D6DB-4FD0-98F4-2A5DDC52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기본 예제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5C3BD-B5C0-4A76-ACAC-18D97085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가장 작은 스크립트는 GameScript 상속과 OnUpdate만으로 충분하다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CF166-3A63-4EE1-A59B-F8643A64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FF26A-F3A3-4896-AF71-2969847D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58102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91F"/>
          </a:solidFill>
          <a:ln xmlns:a="http://schemas.openxmlformats.org/drawingml/2006/main" w="9525">
            <a:solidFill>
              <a:srgbClr val="2B31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FD295-423F-4677-B90F-E59D27EE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539115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using CCEngine;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namespace Game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public sealed class MoveUp : GameScript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    public float Speed = 1.0f;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    protected override void OnUpdate(float deltaTime)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    {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        Translation += new Vector3(0.0f, Speed * deltaTime, 0.0f);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275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508E8C-20F2-400E-9D1C-B1CE1DB8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85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핵심 포인트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9C9C9-6B2F-43FC-99EE-A0D1EE92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Translation은 현재 엔티티의 Transform Position과 연결된다.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deltaTime을 곱해야 프레임률이 달라도 같은 속도로 움직인다.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public float Speed는 인스펙터에 노출된다.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Play를 누르면 엔진이 C# 인스턴스를 만들고 OnUpdate를 호출한다.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0D46C-AACB-4D40-B4BB-81E69BD3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9585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C9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18343-3678-433E-85D9-ACDAE031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29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테스트 결과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3E660-1722-4D74-9D6D-3CD9F613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95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Speed 값을 바꾸면 Play 중 큐브가 위로 움직이는 속도가 달라져야 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C7677-FCE2-4D5A-8DAF-22E44538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06</a:t>
            </a:r>
          </a:p>
        </p:txBody>
      </p:sp>
    </p:spTree>
    <p:extLst>
      <p:ext uri="{BB962C8B-B14F-4D97-AF65-F5344CB8AC3E}">
        <p14:creationId xmlns:p14="http://schemas.microsoft.com/office/powerpoint/2010/main" val="4297630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81002B-CC36-44CC-B580-E56D5FB1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생명주기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D5870-8A36-4017-AEAC-21524953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생명주기는 생성, 매 프레임, 제거 순서로 생각한다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06C40-3E07-44A2-963A-27997408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B4F72-3CB5-4B23-AB15-983F24B9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46B01-2FB1-434F-BEB8-548B14C5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OnCreate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4E50B-A3F1-444E-AEB7-BA3B74D8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Play가 시작되어 스크립트 인스턴스가 만들어질 때 한 번 호출된다.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04666-7D7D-4044-9248-0FE4E08F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70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85AD2-19FB-4247-94E6-A9DEC59F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주 사용처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03878-0C6A-46A7-9232-10B4420F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초기 위치 저장, 참조 준비, 시작 로그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4F0D8-545F-457F-99F5-399A4861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621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FAE64-ED47-46D2-A032-A4AF6F90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28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OnUpdate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B0FF3-F9DF-44DC-A9CC-179408F0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194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Play 중 매 프레임 호출된다. deltaTime으로 시간 기반 이동을 만든다.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264D6-E784-4ED7-BB34-AAAE9390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270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981B81-D0F7-42A5-99C5-51E589FB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81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주 사용처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C376E-0D23-48C8-B317-429D49BA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이동, 회전, 입력 처리, 조건 검사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CAC03F-F31B-40BE-9E71-1176FD25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0A01D4-F7E6-4BC8-A816-5D15F2A1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OnDestroy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9838F0-A9A4-4BF0-8382-3F5F2CB5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2686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Play가 끝나거나 스크립트 인스턴스가 제거될 때 한 번 호출된다.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19200-956B-46D4-8108-D3AF78D9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52850"/>
            <a:ext cx="270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solidFill>
              <a:srgbClr val="D8D8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0690CC-54DA-4E39-801B-55B34759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81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주 사용처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130C4A-4D1B-4A91-B34B-9FE76443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053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정리 로그, 임시 상태 해제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13157D-754A-4248-A55E-DA7C4F29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현재 API는 Transform Translation과 Log를 중심으로 시작되어 있다. 필요 API는 ScriptCore에 안전하게 추가해 확장한다.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9C532F-0896-469F-97E2-D71156F0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07</a:t>
            </a:r>
          </a:p>
        </p:txBody>
      </p:sp>
    </p:spTree>
    <p:extLst>
      <p:ext uri="{BB962C8B-B14F-4D97-AF65-F5344CB8AC3E}">
        <p14:creationId xmlns:p14="http://schemas.microsoft.com/office/powerpoint/2010/main" val="2896557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AECE4B-BE28-4201-B987-646390B6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인스펙터 노출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F23D6-E949-4882-ABAF-703174F4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public field는 인스펙터 입력 UI가 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33CA0-7253-4B53-A5B3-9D075FB0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BED6E0-6935-417C-B606-E7F6EEC4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60960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91F"/>
          </a:solidFill>
          <a:ln xmlns:a="http://schemas.openxmlformats.org/drawingml/2006/main" w="9525">
            <a:solidFill>
              <a:srgbClr val="2B31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990BC-3876-4E09-9F33-FE88DE64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5676900" cy="369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public float Speed = 1.0f;          // 직접 입력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[Range(0.0f, 10.0f)]</a:t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public float Speed = 1.0f;          // 슬라이더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[Drag(0.1f)]</a:t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public float TurnSpeed = 2.0f;      // 드래그 조절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[Step(1)]</a:t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public int Health = 100;            // - / + 버튼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[ReadOnly]</a:t>
            </a:r>
          </a:p>
          <a:p xmlns:a="http://schemas.openxmlformats.org/drawingml/2006/main">
            <a:pPr algn="l">
              <a:defRPr sz="1200" b="0">
                <a:solidFill>
                  <a:srgbClr val="E8ED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DF5"/>
                </a:solidFill>
                <a:latin typeface="Consolas"/>
                <a:ea typeface="Consolas"/>
                <a:cs typeface="Consolas"/>
              </a:rPr>
              <a:t>public float RuntimeValue = 0.0f;   // 표시 전용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696D3-C158-4EF6-95D1-BD45ADEB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85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필드 노출 규칙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8162F-B27F-45CA-82E7-21CB1C33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3905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지원 타입: float, int, bool, string, Vector3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private field는 인스펙터에 노출하지 않는다.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속성은 manifest에 저장되어 UI 생성 기준이 된다.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씬과 프리팹은 FieldOverrides를 저장해 기본값과 다른 값만 유지한다.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45B28-51F2-4CFE-BD3A-A923E5F3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72000"/>
            <a:ext cx="390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9"/>
          </a:solidFill>
          <a:ln xmlns:a="http://schemas.openxmlformats.org/drawingml/2006/main" w="9525">
            <a:solidFill>
              <a:srgbClr val="E2C28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73866-B1A5-45E8-8689-2ACD7094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05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86B2C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C86B2C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7733E-A0ED-46C9-960A-1A8B3C7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720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필드 이름을 바꾸면 기존 저장값과 연결이 끊길 수 있다. 이름 변경은 의도적으로 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FADF6-F162-4DD4-BC6C-56651B1A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08</a:t>
            </a:r>
          </a:p>
        </p:txBody>
      </p:sp>
    </p:spTree>
    <p:extLst>
      <p:ext uri="{BB962C8B-B14F-4D97-AF65-F5344CB8AC3E}">
        <p14:creationId xmlns:p14="http://schemas.microsoft.com/office/powerpoint/2010/main" val="8373461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730EB3-990B-48E5-AA3E-F9D3051A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자동 반영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47D02-C8A4-4B9F-8889-FB48B382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저장하면 자동 컴파일되고 인스펙터가 다시 그려진다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D8C5C-E82E-4931-81A0-CA0DC5BB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036543-0A8F-4D30-B51A-48BABEF3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0382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05700-2E2D-47A2-8FA7-201DB512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저장 감지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78799-E919-4AC1-A3E6-80FF9DA6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336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ScriptCompiler가 .cs 파일 변경 시간과 파일 목록을 주기적으로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4A0D2A-658D-4DF1-8109-63746AE9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336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400ms 폴링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26E00-3D5F-40D0-A39B-2826FF0E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10382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02A60-6896-4547-BA38-E5E5A625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빌드 안정화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F4DFB-376C-4A7B-BAB4-842816CC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623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파일 저장 중간 상태를 피하려고 변경 후 700ms 기다린 뒤 BuildScripts.ps1을 실행한다.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5C0FE-9A06-4FE8-83AC-4C1B8E26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623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700ms debounce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F1F1B-635B-4A48-B0BB-C292CA02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10382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6F77F-BF8D-4706-9C84-1EA7AF29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인스펙터 갱신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40830-2052-4572-A6EF-14139D33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911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컴파일 성공 후 ScriptMetadata를 Refresh하고 모든 InspectorPanel을 Rebuild한다.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29E21-8C2E-47EC-9828-7D0C20CA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91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manifest reload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2BF5D-0A87-446C-AF46-0547862A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09</a:t>
            </a:r>
          </a:p>
        </p:txBody>
      </p:sp>
    </p:spTree>
    <p:extLst>
      <p:ext uri="{BB962C8B-B14F-4D97-AF65-F5344CB8AC3E}">
        <p14:creationId xmlns:p14="http://schemas.microsoft.com/office/powerpoint/2010/main" val="7056806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9E7417-A88D-4AF1-9095-FEFD03DA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테스트 절차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59884-F764-410A-A646-D7A32227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스크립트 테스트는 붙이기, 필드 조정, Play 순서로 확인한다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DF5DD-2492-4074-A700-D648E4D8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8367B-470B-43C0-851B-3911E631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EA238-5901-48B0-9F2F-B647B62A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924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큐브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CBFE5-EECC-4E5B-853A-99CAF776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431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하이어라키에서 테스트할 Cube를 선택한다.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77D9E-E362-4246-8033-A4A2CE20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6F8F7-805E-4C0B-85F2-27872C9D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33AFE-8766-44C3-A5A3-6742140E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Add Component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A7540-8683-4CEB-BF8F-17256475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860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C# Script 목록에서 Game.MoveUp 또는 새 스크립트를 선택한다.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E137A-8F2F-4E4F-88E7-ECFA889F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01B70-0311-47E6-A6D8-2067E114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2CEE2-1A1E-4345-B302-FD3B8516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필드 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E2800-144A-4654-BF3E-E5E99151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Speed, Health 같은 public field가 인스펙터에 보이는지 확인한다.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037D6-008F-4FF4-A661-6FBFE7D2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DEC90-BBE2-401E-B4CD-C25C47D5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07DCC-64A2-46F4-9FE8-E36B2FA7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52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CD183F-450A-4625-81DB-68D1D37E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Play 버튼을 누르고 움직임, 로그, 콘솔 에러를 확인한다.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2B4B3-64BF-4CC4-AC7F-8BEAC9FE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8C8F6-23AE-49A1-A923-9ACFB64E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6FED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17769E-EAEB-4E71-B84E-85050627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958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저장 검증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873CE-9CE9-4443-9AF1-F1A741B8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14900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씬/프리팹 저장 후 다시 열어 ScriptComponent와 FieldOverrides가 유지되는지 본다.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5EA38C-3C6D-4740-A859-DA734A37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49395C-CB96-4272-ADA5-93321C9A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10</a:t>
            </a:r>
          </a:p>
        </p:txBody>
      </p:sp>
    </p:spTree>
    <p:extLst>
      <p:ext uri="{BB962C8B-B14F-4D97-AF65-F5344CB8AC3E}">
        <p14:creationId xmlns:p14="http://schemas.microsoft.com/office/powerpoint/2010/main" val="14646593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64EAF1-81B5-4748-B393-8B2679CC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문제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73942-EFAA-433C-8C18-EAAE9D7E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문제가 생기면 콘솔, manifest, 컴포넌트 연결 순서로 좁힌다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C9B42-0116-4DA8-8374-50AB3BB8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C59A81-CDEA-46C9-9AE3-6C7A3ACF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1085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CE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15A98-0173-4A91-9AD8-6ADB9F57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증상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E561C-BBF5-479D-B3A5-28265403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가능한 원인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2BD2F-1121-4F4B-A017-4E7B522A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먼저 볼 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5B710-2BA7-4C81-904C-0A0DC230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Add Component에 안 보임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4B27F-BA2F-48CB-A3CF-4B0FA600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03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컴파일 실패, namespace/class 이름 불일치, GameScript 미상속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307AA-E138-4CF0-AA51-F3F27EF1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003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콘솔 로그와 GameScripts.manifest.json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49D3D-F777-4114-9EBF-099C1687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362787-4EEE-4010-939E-AF6C5C58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필드가 인스펙터에 안 보임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616AF-D23E-4188-833B-BA4DDF16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813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private field, 지원하지 않는 타입, manifest 미갱신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909EF-F53F-474F-9283-A49E2CD6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813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public field와 지원 타입 확인 후 저장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B51BF-4D01-440A-ACFC-E3722A02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83D01-3282-485B-A0D5-414AC1FD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Play 중 움직이지 않음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E16B1-F13A-489B-8A35-72B2BB6E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ScriptComponent 비활성, 클래스 누락, OnUpdate 미구현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65AE1-140A-4DEF-8D3E-621C6317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62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Enabled, ClassName, 콘솔의 missing 로그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0D842-8FB8-49FE-A7F1-77271FFB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859C4-3471-4527-AEBC-C3FAC225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값이 저장되지 않음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8FCE3A-251C-4423-803A-6D1535DF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434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FieldOverrides 직렬화 누락 또는 필드명 변경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F4EE3F-EC42-4E24-B9EC-C71D3CFC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4345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씬/프리팹 JSON의 ScriptComponent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E0384-6519-41D2-9048-D01C027B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530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DDDD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4E413-A901-4A75-8EC7-774D578A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11</a:t>
            </a:r>
          </a:p>
        </p:txBody>
      </p:sp>
    </p:spTree>
    <p:extLst>
      <p:ext uri="{BB962C8B-B14F-4D97-AF65-F5344CB8AC3E}">
        <p14:creationId xmlns:p14="http://schemas.microsoft.com/office/powerpoint/2010/main" val="129417584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6BC3B0-3A3A-4236-8C6A-99F52443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작성 원칙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6EF79-5274-4357-B20F-6A75E77B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스크립트는 작게 시작하고 엔진 API 확장은 분리한다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7A0D2-24C2-4DAE-ADEA-DB083628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1861A-3C22-4963-A321-59D17B94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48196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62F4F-DE6A-4565-BAC4-B78D9D9D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권장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D678C-8165-4DA8-A970-3EE3401D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3810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한 스크립트는 하나의 책임만 가진다.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프레임 독립 처리는 deltaTime을 사용한다.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튜닝 값은 public field로 노출한다.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엔진 API가 필요하면 ScriptCore에 작게 추가한다.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컴파일 에러는 콘솔에서 즉시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AAF6A-40D6-499F-8645-1708028D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48196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2CC53-DCAC-4CAC-86A4-D4B30095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1526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6B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C86B2C"/>
                </a:solidFill>
                <a:latin typeface="Malgun Gothic"/>
                <a:ea typeface="Malgun Gothic"/>
                <a:cs typeface="Malgun Gothic"/>
              </a:rPr>
              <a:t>주의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30D995-3C54-4F42-95FC-0D7B72C0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24150"/>
            <a:ext cx="3810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ScriptCore에 게임별 로직을 넣지 않는다.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필드 이름 변경은 저장 데이터에 영향을 준다.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Play 중 완전한 런타임 핫 리로드는 아직 아니다.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지원하지 않는 타입은 인스펙터에 표시되지 않는다.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- 컴파일 실패 상태에서 테스트를 계속하지 않는다.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B85F1-E006-4A5E-B93A-94B88309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721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다음 확장 후보: 입력 API, 엔티티 검색, 컴포넌트 접근, 물리 이벤트, 에셋 참조 필드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A2D32-A9BE-4E7F-BBC1-42FE33F2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A5A5A"/>
                </a:solidFill>
                <a:latin typeface="Malgun Gothic"/>
                <a:ea typeface="Malgun Gothic"/>
                <a:cs typeface="Malgun Gothic"/>
              </a:rPr>
              <a:t>CCEngine Script Authoring Guide · 12</a:t>
            </a:r>
          </a:p>
        </p:txBody>
      </p:sp>
    </p:spTree>
    <p:extLst>
      <p:ext uri="{BB962C8B-B14F-4D97-AF65-F5344CB8AC3E}">
        <p14:creationId xmlns:p14="http://schemas.microsoft.com/office/powerpoint/2010/main" val="268490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2026-07-10T04:46:40.8630000Z</dcterms:created>
  <dcterms:modified xsi:type="dcterms:W3CDTF">2026-07-10T04:46:40.8630000Z</dcterms:modified>
</coreProperties>
</file>